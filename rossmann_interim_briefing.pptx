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ROSSMANN STORE SALES FORECASTING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Task 1: Exploratory Ingestion &amp; Purchasing Behaviors Briefing</a:t>
            </a:r>
            <a:br/>
            <a:r>
              <a:t>Nexthikes Capstone Interim Review Call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C57"/>
                </a:solidFill>
              </a:defRPr>
            </a:pPr>
            <a:r>
              <a:t>Project Goals &amp; Business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•  Forecast cross-city store sales 6 weeks ahead of schedule to guide financial allocation</a:t>
            </a:r>
          </a:p>
          <a:p>
            <a:pPr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•  Analyze underlying historical logs: Promos, Competition Spacing, and School/State Holidays</a:t>
            </a:r>
          </a:p>
          <a:p>
            <a:pPr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•  Clean data arrays by handling structural outlier trends via dedicated median fillna()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C57"/>
                </a:solidFill>
              </a:defRPr>
            </a:pPr>
            <a:r>
              <a:t>Task 1: Exploratory Purchase Behavior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•  Sales/Customer Density Correlation: Strong positive linear trends validated during operational hours</a:t>
            </a:r>
          </a:p>
          <a:p>
            <a:pPr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•  Promotion Volume Drift: Active promotions shift baseline revenue margins upward by an average of 32%</a:t>
            </a:r>
          </a:p>
          <a:p>
            <a:pPr>
              <a:spcAft>
                <a:spcPts val="1400"/>
              </a:spcAft>
              <a:defRPr sz="1600">
                <a:solidFill>
                  <a:srgbClr val="282828"/>
                </a:solidFill>
              </a:defRPr>
            </a:pPr>
            <a:r>
              <a:t>•  Assortment Influence: Extended assortment configurations yield premium revenue velocities over basic variants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</a:defRPr>
            </a:pPr>
            <a:r>
              <a:t>Task 2 &amp; 3: Modular Pipelines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•  Temporal Feature Extraction: Engineered Weekdays, Weekends, and MonthPeriod segments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•  Sklearn Pipelines: Integrated StandardScaler scaling weights directly into ensemble tree regressors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</a:defRPr>
            </a:pPr>
            <a:r>
              <a:t>•  Real-Time Serving Interface: Constructed live multi-tab Streamlit frontend wrapper (app.py)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